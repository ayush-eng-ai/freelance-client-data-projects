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7" y="1480244"/>
            <a:ext cx="7172325" cy="38973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40605" y="2061269"/>
            <a:ext cx="6310788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4F46E5"/>
                </a:solidFill>
                <a:latin typeface="Outfit"/>
              </a:rPr>
              <a:t>E-commerce</a:t>
            </a:r>
            <a:r>
              <a:t>
</a:t>
            </a:r>
            <a:r>
              <a:rPr sz="5400" b="1" i="0" u="none">
                <a:solidFill>
                  <a:srgbClr val="4F46E5"/>
                </a:solidFill>
                <a:latin typeface="Outfit"/>
              </a:rPr>
              <a:t> 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0862" y="3855541"/>
            <a:ext cx="60102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475569"/>
                </a:solidFill>
                <a:latin typeface="Plus Jakarta Sans SemiBold"/>
              </a:rPr>
              <a:t>Automating Feedback Intelligence with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4500" y="4758481"/>
            <a:ext cx="11430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381000"/>
            <a:ext cx="8001000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00" b="1" i="0" u="none">
                <a:solidFill>
                  <a:srgbClr val="FFFFFF"/>
                </a:solidFill>
                <a:latin typeface="Outfit"/>
              </a:rP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1771650"/>
            <a:ext cx="9525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2190750"/>
            <a:ext cx="76200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CBD5E1"/>
                </a:solidFill>
                <a:latin typeface="Plus Jakarta Sans"/>
              </a:rPr>
              <a:t>Manual review of thousands of comments is slow, expensive, and inconsistent. We need speed to save customer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85912"/>
            <a:ext cx="504825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95488"/>
            <a:ext cx="5048250" cy="13791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765178"/>
            <a:ext cx="5048250" cy="1379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81000"/>
            <a:ext cx="1120140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4F46E5"/>
                </a:solidFill>
                <a:latin typeface="Outfit"/>
              </a:rPr>
              <a:t>Automation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885825"/>
            <a:ext cx="67722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1809005"/>
            <a:ext cx="5048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Using </a:t>
            </a:r>
            <a:r>
              <a:rPr sz="1650" b="1" i="0" u="none">
                <a:solidFill>
                  <a:srgbClr val="475569"/>
                </a:solidFill>
                <a:latin typeface="Plus Jakarta Sans"/>
              </a:rPr>
              <a:t>Python</a:t>
            </a:r>
            <a:r>
              <a:rPr sz="1650" b="0" i="0" u="none">
                <a:solidFill>
                  <a:srgbClr val="475569"/>
                </a:solidFill>
                <a:latin typeface="Plus Jakarta Sans"/>
              </a:rPr>
              <a:t> and </a:t>
            </a:r>
            <a:r>
              <a:rPr sz="1650" b="1" i="0" u="none">
                <a:solidFill>
                  <a:srgbClr val="475569"/>
                </a:solidFill>
                <a:latin typeface="Plus Jakarta Sans"/>
              </a:rPr>
              <a:t>Natural Language Processing (NLP)</a:t>
            </a:r>
            <a:r>
              <a:rPr sz="1650" b="0" i="0" u="none">
                <a:solidFill>
                  <a:srgbClr val="475569"/>
                </a:solidFill>
                <a:latin typeface="Plus Jakarta Sans"/>
              </a:rPr>
              <a:t>, we built a pipeline to ingest raw e-commerce reviews and output actionable data.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1662112"/>
            <a:ext cx="4895850" cy="441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" y="3443138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Outfit"/>
              </a:rPr>
              <a:t>1. Data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881288"/>
            <a:ext cx="45529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Reading massive .xlsx datasets with 8,000+ entries.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5012828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7C3AED"/>
                </a:solidFill>
                <a:latin typeface="Outfit"/>
              </a:rPr>
              <a:t>2. Sentiment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5450978"/>
            <a:ext cx="45529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Algorithmic segregation into Positive &amp; Negative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81000"/>
            <a:ext cx="1120140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4F46E5"/>
                </a:solidFill>
                <a:latin typeface="Outfit"/>
              </a:rPr>
              <a:t>Analysis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85825"/>
            <a:ext cx="793432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29337" y="2919412"/>
            <a:ext cx="19050" cy="190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0112" y="2919412"/>
            <a:ext cx="48482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2000"/>
              </a:lnSpc>
            </a:pPr>
            <a:r>
              <a:rPr sz="12000" b="1" i="0" u="none">
                <a:solidFill>
                  <a:srgbClr val="7C3AED"/>
                </a:solidFill>
                <a:latin typeface="Plus Jakarta Sans"/>
              </a:rPr>
              <a:t>8,005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112" y="4443412"/>
            <a:ext cx="4848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0" i="0" u="none">
                <a:solidFill>
                  <a:srgbClr val="475569"/>
                </a:solidFill>
                <a:latin typeface="Plus Jakarta Sans SemiBold"/>
              </a:rPr>
              <a:t>TOTAL COMMENTS ANALYZED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9387" y="2877740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Outfit"/>
              </a:rPr>
              <a:t>Massive Scale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9387" y="3315890"/>
            <a:ext cx="47625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The Python script processed this entire dataset in less than 5 seconds, identifying critical sentiments that would take a human team days to read.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81000"/>
            <a:ext cx="1120140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4F46E5"/>
                </a:solidFill>
                <a:latin typeface="Outfit"/>
              </a:rPr>
              <a:t>Sentiment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885825"/>
            <a:ext cx="633412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66825"/>
            <a:ext cx="3365450" cy="35694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1266825"/>
            <a:ext cx="3365450" cy="35694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266825"/>
            <a:ext cx="3365599" cy="3569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81000"/>
            <a:ext cx="1120140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4F46E5"/>
                </a:solidFill>
                <a:latin typeface="Outfit"/>
              </a:rPr>
              <a:t>Project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885825"/>
            <a:ext cx="68008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851" y="5217318"/>
            <a:ext cx="1524297" cy="114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525" y="1657350"/>
            <a:ext cx="5715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525" y="2352675"/>
            <a:ext cx="271362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NLP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895600"/>
            <a:ext cx="25844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Python script `nlp_model.py` for automated daily sentiment tracking.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3725" y="1657350"/>
            <a:ext cx="51435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03725" y="2352675"/>
            <a:ext cx="271362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Critical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3725" y="2895600"/>
            <a:ext cx="25844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Isolated list of 3,910 negative comments for immediate service recovery.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4925" y="165735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54925" y="2352675"/>
            <a:ext cx="271377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utfit"/>
              </a:rPr>
              <a:t>Master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4925" y="2895600"/>
            <a:ext cx="2584549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Cleaned CSV dataset ready for Tableau &amp; PowerBI Dashboarding.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35742" y="1899344"/>
            <a:ext cx="4120515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FFFFF"/>
                </a:solidFill>
                <a:latin typeface="Outfi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75" y="3356669"/>
            <a:ext cx="61912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FFFFFF"/>
                </a:solidFill>
                <a:latin typeface="Plus Jakarta Sans"/>
              </a:rPr>
              <a:t>E-commerce Sentiment Analysis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2950" y="4720530"/>
            <a:ext cx="30861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FFFFF"/>
                </a:solidFill>
                <a:latin typeface="Plus Jakarta Sans"/>
              </a:rPr>
              <a:t>DATA SCIENCE | PROJECT M2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177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Outfit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Rajput</cp:lastModifiedBy>
  <cp:revision>2</cp:revision>
  <dcterms:created xsi:type="dcterms:W3CDTF">2013-01-27T09:14:16Z</dcterms:created>
  <dcterms:modified xsi:type="dcterms:W3CDTF">2026-07-24T12:17:31Z</dcterms:modified>
  <cp:category/>
</cp:coreProperties>
</file>